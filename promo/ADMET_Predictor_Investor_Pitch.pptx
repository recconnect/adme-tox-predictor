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51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ADME/Tox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7F8C8D"/>
                </a:solidFill>
              </a:defRPr>
            </a:pPr>
            <a:r>
              <a:t>AI-powered Early-Stage Drug ADME/Tox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498DB"/>
                </a:solidFill>
              </a:defRPr>
            </a:pPr>
            <a:r>
              <a:t>Investor Pitch  | 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7F8C8D"/>
                </a:solidFill>
              </a:defRPr>
            </a:pPr>
            <a:r>
              <a:t>  MVP ready  •  3 ADME/Tox properties  •  Exceeded target metrics</a:t>
            </a:r>
          </a:p>
          <a:p>
            <a:pPr>
              <a:spcAft>
                <a:spcPts val="600"/>
              </a:spcAft>
              <a:defRPr sz="1800">
                <a:solidFill>
                  <a:srgbClr val="7F8C8D"/>
                </a:solidFill>
              </a:defRPr>
            </a:pPr>
            <a:r>
              <a:t>  Streamlit UI  •  Validation on known drugs  •  Harvard Dataverse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Why 90% of drug candidates fail in clinical trials</a:t>
            </a:r>
          </a:p>
        </p:txBody>
      </p:sp>
      <p:pic>
        <p:nvPicPr>
          <p:cNvPr id="5" name="Picture 4" descr="eroms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400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90% fail rate — primary cause: poor ADME/Tox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$2.23B average drug development cost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Eroom's Law: R&amp;D efficiency halves every 9 years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60% of budget wasted on wrong molecules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Traditional screening: slow, expensive, low throughput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AI-powered ADME/Tox prediction before synthesis</a:t>
            </a:r>
          </a:p>
        </p:txBody>
      </p:sp>
      <p:pic>
        <p:nvPicPr>
          <p:cNvPr id="5" name="Picture 4" descr="business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8580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&lt;1 sec prediction per molecule on CPU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54mo -&gt; 18mo discovery timeline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$2.23B -&gt; ~$220M development cost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5-10x fewer molecules to synthesize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Validated on known drugs (Aspirin, Ibuprofen,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MVP metrics across 3 ADME/Tox properties</a:t>
            </a:r>
          </a:p>
        </p:txBody>
      </p:sp>
      <p:pic>
        <p:nvPicPr>
          <p:cNvPr id="5" name="Picture 4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937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Achieved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Solubility (logS)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AqSolDB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9,982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LightGBM reg.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R² &gt; 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R² = 0.826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Exceeded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Caco-2 Permeability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Wang et 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910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LightGBM cls.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Acc &gt; 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Acc = 83.0%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Exceeded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hERG Toxicity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6172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TDC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6172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655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6172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LightGBM cls.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172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AUC &gt; 0.7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6172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AUC = 0.873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172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Exceeded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AI in Drug Discovery: $3.5B in 2025, growing at 30% CAGR</a:t>
            </a:r>
          </a:p>
        </p:txBody>
      </p:sp>
      <p:pic>
        <p:nvPicPr>
          <p:cNvPr id="5" name="Picture 4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TAM: $3.5B (2025) -&gt; $7.6B (2028)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CAGR: 30% driven by pharma AI adoption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Target: ADME/Tox niche — underserved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Clients: CROs, biotech, pharma R&amp;D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Business model: SaaS/API $10K-50K/yr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Why ADME/Tox?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60% of R&amp;D budget goes to Lead Optimization — our target</a:t>
            </a:r>
          </a:p>
        </p:txBody>
      </p:sp>
      <p:pic>
        <p:nvPicPr>
          <p:cNvPr id="5" name="Picture 4" descr="lead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60% of pharma R&amp;D = lead optimization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Molecules with poor ADME/Tox screened out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Our model: 5-10x fewer syntheses needed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ROI for client: 10x-50x on subscription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Savings: $1-5M per drug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From MVP to Enterprise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918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MVP (Done)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2-4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rPr dirty="0"/>
              <a:t>    3 </a:t>
            </a:r>
            <a:r>
              <a:rPr dirty="0" err="1"/>
              <a:t>LightGBM</a:t>
            </a:r>
            <a:r>
              <a:rPr dirty="0"/>
              <a:t> models (solubility, Caco-2, </a:t>
            </a:r>
            <a:r>
              <a:rPr dirty="0" err="1"/>
              <a:t>hERG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rPr dirty="0"/>
              <a:t>    </a:t>
            </a:r>
            <a:r>
              <a:rPr dirty="0" err="1"/>
              <a:t>Streamlit</a:t>
            </a:r>
            <a:r>
              <a:rPr dirty="0"/>
              <a:t> web UI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rPr dirty="0"/>
              <a:t>    Validation on 10 known drugs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828800"/>
            <a:ext cx="329184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</a:defRPr>
            </a:pPr>
            <a: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2-3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GNN +5-10% improvement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API development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Pilot with 1-2 CRO partners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828800"/>
            <a:ext cx="329184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6-12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5+ ADME/Tox properties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Enterprise SaaS platform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Proprietary data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Funding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Seed round: $200K - $500K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467" y="32004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rPr dirty="0"/>
              <a:t>  Fine-tuning on corporate data: $100K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rPr dirty="0"/>
              <a:t>  Hiring (2-3 specialists): $150K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rPr dirty="0"/>
              <a:t>  Cloud GPU + data infra: $50K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rPr dirty="0"/>
              <a:t>  Marketing &amp; sales: $50-100K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Goal: pilot with 2-3 pharma/CRO partners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Target close: Q4 2026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Next round: Series A at $5-10M 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286000"/>
            <a:ext cx="54864" cy="3657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The perfect storm for AI in drug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Market growing: $3.5B -&gt; $7.6B in 3 years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Data is available: TDC, ChEMBL, PubChem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Insilico proved the model: Rentosertib in Phase IIa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Eroom's Law makes AI a necessity, not a luxury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MVP is already running with exceeded metrics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Low capital requirement to reach pilot stage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ADME/Tox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498DB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</a:defRPr>
            </a:pPr>
            <a:r>
              <a:t>MVP ready | Open to pilot projects | Looking for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D:\AI\biotech\adme_proto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588</Words>
  <Application>Microsoft Office PowerPoint</Application>
  <PresentationFormat>Широкоэкранный</PresentationFormat>
  <Paragraphs>101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Rodion Bykadorov</dc:creator>
  <cp:keywords/>
  <dc:description>generated using python-pptx</dc:description>
  <cp:lastModifiedBy>Rodion Bykadorov</cp:lastModifiedBy>
  <cp:revision>2</cp:revision>
  <dcterms:created xsi:type="dcterms:W3CDTF">2013-01-27T09:14:16Z</dcterms:created>
  <dcterms:modified xsi:type="dcterms:W3CDTF">2026-07-06T07:47:32Z</dcterms:modified>
  <cp:category/>
</cp:coreProperties>
</file>