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ADME/Tox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7F8C8D"/>
                </a:solidFill>
              </a:defRPr>
            </a:pPr>
            <a:r>
              <a:t>AI-скрининг ADME-свойств и токсичности на ранних стадиях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498DB"/>
                </a:solidFill>
              </a:defRPr>
            </a:pPr>
            <a:r>
              <a:t>Презентация для инвесторов  |  Июль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7F8C8D"/>
                </a:solidFill>
              </a:defRPr>
            </a:pPr>
            <a:r>
              <a:t>  MVP готов  •  3 ADME/Tox свойства  •  Метрики превышают цели</a:t>
            </a:r>
          </a:p>
          <a:p>
            <a:pPr>
              <a:spcAft>
                <a:spcPts val="600"/>
              </a:spcAft>
              <a:defRPr sz="1800">
                <a:solidFill>
                  <a:srgbClr val="7F8C8D"/>
                </a:solidFill>
              </a:defRPr>
            </a:pPr>
            <a:r>
              <a:t>  Streamlit UI  •  Валидация на известных препаратах  •  Данные Harvard Dataverse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90% кандидатов проваливаются в клинике из-за ADME/Tox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Стоимость разработки препарата: $2.23 млрд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60% бюджета уходит на lead optimization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Eroom's Law: эффективность R&amp;D падает вдвое каждые 9 лет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Скрининг требует синтеза тысяч молекул</a:t>
            </a:r>
          </a:p>
        </p:txBody>
      </p:sp>
      <p:pic>
        <p:nvPicPr>
          <p:cNvPr id="6" name="Picture 5" descr="eroms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4846320"/>
            <a:ext cx="54864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5029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Решение: AI-модель предсказывает свойства до синтеза — &lt;1 сек на молекулу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Три модели LightGBM — все превышают целевые показатели</a:t>
            </a:r>
          </a:p>
        </p:txBody>
      </p:sp>
      <p:pic>
        <p:nvPicPr>
          <p:cNvPr id="5" name="Picture 4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Свойство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Датасет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937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Размер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937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Модель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Цель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Достигнуто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4937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Статус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Растворимость (logS)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AqSolDB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9 982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LightGBM регр.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R² &gt; 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R² = 0.826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Превышена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Caco-2 проницаемость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Wang et 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806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910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LightGBM клас.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Acc &gt; 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Acc = 83.0%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Превышена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hERG токсичность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6172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TDC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6172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655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6172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LightGBM клас.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6172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AUC &gt; 0.7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6172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AUC = 0.873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172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Превышена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Рынок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AI в drug discovery: $3.5 млрд (2025), CAGR 30%</a:t>
            </a:r>
          </a:p>
        </p:txBody>
      </p:sp>
      <p:pic>
        <p:nvPicPr>
          <p:cNvPr id="5" name="Picture 4" descr="mark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TAM: $3.5 млрд (2025) → $7.6 млрд (2028)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CAGR: 30% — фарма активно внедряет AI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Ниша: ADME/Tox — слабо занята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Клиенты: CRO, биотех, R&amp;D отделы фармы</a:t>
            </a:r>
          </a:p>
          <a:p>
            <a:pPr>
              <a:spcAft>
                <a:spcPts val="600"/>
              </a:spcAft>
              <a:defRPr sz="1700">
                <a:solidFill>
                  <a:srgbClr val="ECF0F1"/>
                </a:solidFill>
              </a:defRPr>
            </a:pPr>
            <a:r>
              <a:t>  Модель: SaaS/API $10K–50K в год за лицензию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Дорожная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</a:defRPr>
            </a:pPr>
            <a:r>
              <a:t>От MVP до Enterprise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918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MVP (Готово)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2-4 недели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3 модели LightGBM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Streamlit веб-интерфейс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Валидация на 10 препаратах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828800"/>
            <a:ext cx="329184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</a:defRPr>
            </a:pPr>
            <a:r>
              <a:t>Пилот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2-3 месяца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GNN (+5-10% к метрикам)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API для интеграции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Пилот с 1-2 CRO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828800"/>
            <a:ext cx="329184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</a:defRPr>
            </a:pPr>
            <a:r>
              <a:t>Масштаб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6-12 месяцев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260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5+ ADME/Tox свойств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Enterprise SaaS платформа</a:t>
            </a:r>
          </a:p>
          <a:p>
            <a:pPr>
              <a:spcAft>
                <a:spcPts val="600"/>
              </a:spcAft>
              <a:defRPr sz="1400">
                <a:solidFill>
                  <a:srgbClr val="ECF0F1"/>
                </a:solidFill>
              </a:defRPr>
            </a:pPr>
            <a:r>
              <a:t>    Собственный пайплайн данных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Запрос: Seed $200K–$500K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Fine-tuning на корпоративных данных: $100K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Наём 2-3 специалистов: $150K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Облачная инфраструктура + GPU: $50K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Маркетинг и продажи: $50–100K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Цель: пилот с 2-3 фарма/CRO партнёрами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Закрытие раунда: Q4 2026</a:t>
            </a:r>
          </a:p>
          <a:p>
            <a:pPr>
              <a:spcAft>
                <a:spcPts val="600"/>
              </a:spcAft>
              <a:defRPr sz="1800">
                <a:solidFill>
                  <a:srgbClr val="ECF0F1"/>
                </a:solidFill>
              </a:defRPr>
            </a:pPr>
            <a:r>
              <a:t>  Следующий раунд: Series A $5–10M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286000"/>
            <a:ext cx="54864" cy="3657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486400"/>
            <a:ext cx="10058400" cy="54864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ADME/Tox Predictor  |  MVP готов  |  Открыты к пилотным проектам  |  D:\AI\biotech\adme_proto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